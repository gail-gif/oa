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Essential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Angel to run your inquiries, so your team can stay on the creative 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Krystie Cekic  ·  The Play Agency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THE PLAY AGENCY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busiest season, at capacity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peak time of year for events and your small team is stretched — so getting support in place quickly matters.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is already well-built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Pipedrive, pre-prepared email templates and a clear hand-off to your event designers. It needs a dedicated owner, not a redesign.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person, kept simple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Angel, managed by you directly, working alongside your event designers — as simple as possible, without too many hands in the pie.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do more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onboard them, there are PA-style tasks for you as CEO and content scheduling that could fill any spare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THE PLAY AGENCY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inquiry-to-event flow, handled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Inquiry lands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website inquiries arrive in your Pipedrive inbox.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8189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5349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565349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917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 &amp; screen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7917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same-day reply, within about six hours, using your templates to gather the date, time, brief and budget.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73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489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489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746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deal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746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the email to a Pipedrive deal, label it and enter the details.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to a designer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deal, with notes, to the right event designer.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3997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3997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565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 invite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6565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calendar invitation to the artist.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46386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3546" y="1719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354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6114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Chase invoices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6114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unpaid invoices for upcoming events, using your templates.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 / week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hours a day to start — growing gradually if you need more.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38218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66818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to you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onboard them and oversee the process; they work directly with your event designers.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27797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of the team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Pipedrive-fluent, email-first, and added to your team chat like a new employee.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THE PLAY AGENCY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ESSENTIAL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support, with you in the driver's seat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skills, work history and an intro video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handled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Project Manager, checking in monthly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 blueprint, included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vouchers, an annual incentive and quarterly meetups funded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 within the first 30 days, and a fair fee after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day-to-day and set the priorities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 joins your team chat from day one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tasks are welcome, so long as they fit their skills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20 hours and build up gradually, with no jump to full-time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048" y="4572000"/>
            <a:ext cx="4815688" cy="0"/>
          </a:xfrm>
          <a:prstGeom prst="line">
            <a:avLst/>
          </a:prstGeom>
          <a:noFill/>
          <a:ln w="12700">
            <a:solidFill>
              <a:srgbClr val="0B5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6634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more hands-on support later? Angel Managed adds a Team Leader and an Account Manager.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THE PLAY AGENCY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FEE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$800, with your 10% welcome discount already applied. Covers payroll, your Project Manager and your Freedom Plan.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ANGEL'S HOURLY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$10–$15/hr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each candidate based on their experience, and visible on their profile before you decide. We take no cut of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$1,590–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per month, excl. tax, at 20 hrs/week (4 hrs/day)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refundable Freedom Plan deposit — explained on the next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estimated total is the agency fee plus your Angel's pay, so it moves with the rate of the candidate you choose and the hours you settle 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THE PLAY AGENCY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Plan, and how the deposit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Freedom Plan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and your Angel both work from, so the role is stable from day one.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do's and don'ts of the role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 checklist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with you in your alignment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$500 is refunded if you're not happy with the candidate profiles or your direction changes, as long as you haven't yet interviewed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refunded at the end of your contract, with no outstanding balance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minimum, then 30 days' notice to cancel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from 3–4 candidate profiles, with optional skills testing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THE PLAY AGENCY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 moving before the rush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the deposit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refundable $500 starts your Freedom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book it as early as Monday and draft your tasks, KPIs and success metrics.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1–2 weeks, and sooner if we already have a match in our pool.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3–4 profiles, choose your Angel, and onboard them into your team.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THE PLAY AGENCY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2026-10-16T00:37:34Z</dcterms:created>
  <dcterms:modified xsi:type="dcterms:W3CDTF">2026-10-16T00:37:34Z</dcterms:modified>
</cp:coreProperties>
</file>