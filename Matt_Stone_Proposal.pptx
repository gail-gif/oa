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AI-savvy content producer to turn your podcasts into a steady stream of media.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Stone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MATT STONE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Growing, and stretched on media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is growing, and you can't produce the volume of media you need to bring in more inbound attention.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lanes of media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media, repurposing client interviews into clips, and your own: a daily audio podcast and a video podcast.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of untapped content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YouTube, audio episodes and monthly newsletter hold months of content ready to turn into shorts and clips.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creative collaborator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already skilled in Descript and AI tools, who brings their own ideas rather than waiting for exact instructions.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MATT 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media engine, handled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podcasts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editing plan for your podcasts in Descript.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8189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5349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565349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917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 &amp; repurpose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7917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episodes into clips with Descript, Opus Clip and AI tools.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73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489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489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746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 per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746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for TikTok, Instagram, Facebook, Threads and Shorts.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media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repurpose client interviews into clips.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3997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3997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565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files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6565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files, workflows and naming tidy.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46386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3546" y="1719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354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6114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ideas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6114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new ways to repurpose your content library.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 / week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to start, growing into a media team as revenue grows.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38218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66818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to you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strategy; they bring creative ideas and execute.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27797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AI-savvy creative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years' experience, skilled in Descript, Opus Clip and AI tools.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MATT STONE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WORK WITH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support level that fits you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Essential: you lead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portfolios, work history and an intro video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incentives and health vouchers handled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Manager checking in with you monthly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 blueprint, with suggested KPIs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your Angel's performance day to day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 within the first 30 days, and a fee after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Managed: we support you both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Angel Essential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and Angel Experience team supporting you both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and performance support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replacements, whenever you need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048" y="4572000"/>
            <a:ext cx="4815688" cy="0"/>
          </a:xfrm>
          <a:prstGeom prst="line">
            <a:avLst/>
          </a:prstGeom>
          <a:noFill/>
          <a:ln w="12700">
            <a:solidFill>
              <a:srgbClr val="0B5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6634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either, and switch as your media team grows.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MATT 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ESSENTIAL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$800, with your 10% returning-client discount. Est. total $1,760–$2,020/mo at 20 hrs/week.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MANAGED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$1,000/mo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your Client and Angel Experience team and free replacements. Est. total $2,040–$2,300/mo at 20 hrs/week.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ANGEL'S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$12–$15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hour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each candidate and shown on their profile. We take no cut of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USD refundable Freedom Plan deposit — explained on the next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USD, excl. tax. Totals are the agency fee plus your Angel's pay at 20 hrs/week, so they move with the rate you choose.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MATT 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Plan, and how the deposit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Freedom Plan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and your Angel both work from, so the role is stable from day one.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do's and don'ts of the role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 checklist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with you in your alignment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$500 is refunded if you're not happy with the candidate profiles or your direction changes, as long as you haven't yet interviewed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refunded at the end of your contract, with no outstanding balance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minimum, then 30 days' notice to cancel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from 3–4 profiles with portfolios, with an optional creativity test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MATT 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 media moving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the deposit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refundable $500 USD starts your Freedom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your two media lanes, KPIs and a training plan.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1–2 weeks, and sooner if we already have a match in our pool.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3–4 portfolios, run a creativity test, then interview.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payments.outsourcingangel.com/service-deposit-form-usd/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MATT STONE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 Proposal - Matt Stone</dc:title>
  <dc:subject>PptxGenJS Presentation</dc:subject>
  <dc:creator>PptxGenJS</dc:creator>
  <cp:lastModifiedBy>PptxGenJS</cp:lastModifiedBy>
  <cp:revision>1</cp:revision>
  <dcterms:created xsi:type="dcterms:W3CDTF">2026-10-16T00:37:34Z</dcterms:created>
  <dcterms:modified xsi:type="dcterms:W3CDTF">2026-10-16T00:37:34Z</dcterms:modified>
</cp:coreProperties>
</file>