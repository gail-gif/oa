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Managed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content creator for your clients, so you can get your week back.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&amp; Jennifer Smith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clients, run by one person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runs social media for about 10 clients across five platforms, working around 50 hours a week.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work, never templates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lenders, realtors and builders want to stand out. Everything is made from scratch in Canva and CapCut, with no AI graphics.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two clients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two of the easier clients first, with room to add more as new clients come on, possibly next month.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work, then grow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20 hours a week, see real portfolios and test creativity first, with clear visibility of time spent per task.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content engine,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client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client's brand, style and what they like.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graphics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 graphics a week per client, made from scratch in Canva.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&amp; shorts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short-form video and reels in CapCut.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reels into stories for each client.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on-brand captions for every post.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drafts to Jennifer for approval before anything goes live.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 a day to start, moving to 25 or 30 when you're ready.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creative direction and approve every post before it goes out.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creative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 Canva and CapCut, ideally with realtor, lender or builder clients.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support, with you in the creative seat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portfolios,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handled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Leader supporting your Angel, including retraining and AI tools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Manager checking in with you regularly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with 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vouchers and funded meetups for your Angel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creative direction and approve every post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 joins your WhatsApp, Slack or Google Chat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reports show the hours spent on each task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20 hours and build up gradually, with no jump to full-time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capacity later? A second Angel comes with a discount.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your Team Leader, Account Manager, payroll, your Angel's wellbeing and your Freedom Plan.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HOURLY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$10–$15/hr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based on their experience, and visible on their profile before you decide. We take no cut of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$1,870–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$2,300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per month, excl. tax, at 20 hrs/week (4 hrs/day)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USD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USD. The total is the agency fee plus your Angel's pay, so it moves with the rate you choose and your hours.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month to month with 30 days' notice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profiles with portfolios, with an optional creativity test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 some time 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your two clients, their style, KPIs and success metrics.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portfolios, test creativity, then onboard your Angel.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JORDAN &amp; JENNIFER SMITH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Managed Proposal - Jordan &amp; Jennifer Smith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