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1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  <Relationship Id="rId13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Managed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admin Angel for your farm, backed by a full support team — from the first plan to long-term growth.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MANAGED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not just hiring a VA. You're gaining a team.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206240"/>
          </a:xfrm>
          <a:prstGeom prst="roundRect">
            <a:avLst>
              <a:gd name="adj" fmla="val 2174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Senior, vetted and Philippines-based — 5+ years of admin experience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Self-organised across your 40 Slack channels, Xero, Google Workspace and Employment Hero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sales admin, HR admin, data entry and your organic certification logs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hourly rate goes entirely to them — we never take a cut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206240"/>
          </a:xfrm>
          <a:prstGeom prst="roundRect">
            <a:avLst>
              <a:gd name="adj" fmla="val 2174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Outsourcing Angel service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6888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Recruitment, testing, interviews and character referencing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HR handled for you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Client &amp; Angel Experience team — a Team Leader coaching your Angel, an Account Manager checking in with you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coaching and performance support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replacement, any time, with a 1-week free trial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indemnity insurance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work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200400"/>
          </a:xfrm>
          <a:prstGeom prst="roundRect">
            <a:avLst>
              <a:gd name="adj" fmla="val 2857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4724248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926080"/>
            <a:ext cx="472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$1,800 – $2,300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estimated total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recommended start — longer days Mon–Wed, with room to grow into full-time as the workload builds.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554480"/>
            <a:ext cx="5364328" cy="3200400"/>
          </a:xfrm>
          <a:prstGeom prst="roundRect">
            <a:avLst>
              <a:gd name="adj" fmla="val 2857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8768" y="182880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14884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hrs / week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98768" y="2788920"/>
            <a:ext cx="4724248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8768" y="2926080"/>
            <a:ext cx="472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$2,800 – $3,300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98768" y="3657600"/>
            <a:ext cx="472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estimated total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98768" y="3977640"/>
            <a:ext cx="472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dedicated admin specialist running the farm office alongside you, day to 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refundable Freedom Plan deposit — explained on the next page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range is the estimated total monthly cost in AUD, plus GST — our Angel Managed service plus your Angel's pay. The exact figure depends on your Angel's rate, which you'll see on every candidate profile before you decide.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Plan: clarity before candidates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ever send you a profile, we build the plan. It's the blueprint your Angel is hired against — and the reason the right person lands in the right role.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15258" cy="1463040"/>
          </a:xfrm>
          <a:prstGeom prst="roundRect">
            <a:avLst>
              <a:gd name="adj" fmla="val 5625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summary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is really stuck, and what's worth handing off first.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38218" y="2103120"/>
            <a:ext cx="3515258" cy="1463040"/>
          </a:xfrm>
          <a:prstGeom prst="roundRect">
            <a:avLst>
              <a:gd name="adj" fmla="val 5625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1098" y="22860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2109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4018" y="228600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Outcome-based role blueprint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66818" y="27889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turned into clear outcomes, so your Angel knows what winning looks like.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2103120"/>
            <a:ext cx="3515258" cy="1463040"/>
          </a:xfrm>
          <a:prstGeom prst="roundRect">
            <a:avLst>
              <a:gd name="adj" fmla="val 5625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0677" y="2286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10677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13597" y="228600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&amp; success measures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56397" y="27889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both know the role is working — reviewed monthly.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515258" cy="1463040"/>
          </a:xfrm>
          <a:prstGeom prst="roundRect">
            <a:avLst>
              <a:gd name="adj" fmla="val 5625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Vetted candidate shortlist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44348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Angels matched to your blueprint, ready to interview.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8218" y="3749040"/>
            <a:ext cx="3515258" cy="1463040"/>
          </a:xfrm>
          <a:prstGeom prst="roundRect">
            <a:avLst>
              <a:gd name="adj" fmla="val 5625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1098" y="39319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52109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4018" y="393192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onboarding plan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66818" y="44348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month-one training guide and a 90-day onboarding plan.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27797" y="3749040"/>
            <a:ext cx="3515258" cy="1463040"/>
          </a:xfrm>
          <a:prstGeom prst="roundRect">
            <a:avLst>
              <a:gd name="adj" fmla="val 5625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10677" y="39319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8310677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13597" y="393192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focus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56397" y="443484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priorities and check-in rhythm, so week one starts with direction.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013A40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4406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paying $500 for resumes. You're paying to make sure the role, the person and the launch are right — and it's refundable if we can't present suitable candidates.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 PRINT — MADE SIMPLE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 refundable deposit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 if we can't present suitable candidates, if plans change before you interview, or at the end of your minimum term with no outstanding balance.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3-month minimum, 30-day notice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three months, cancel any time with 30 days' notice — no long lock-in.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replacement, always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your tenure, if your Angel needs replacing we do it at no cost, with a 1-week free trial for the new hire.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in 1–2 weeks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interviews and character referencing happen before you see a profile. Add your own skills test if you like — you make the final call.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path forward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your Freedom Plan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position description and pay the $500 deposit.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the tasks, KPIs and success metrics together.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 &amp; interview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3–4 vetted Angels, with optional skills testing.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 &amp; grow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 trial, then a 90-day plan to build from.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ROLE, YOUR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your farm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admin support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orders and customer relationships, HR admin, data entry, and the data logs behind your organic certification audits.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hours, your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20 hrs a week, with longer days Mon–Wed when you serve customers. Scale up as your confidence builds.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Australian public holidays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 follows your farm's closures. Planned leave needs 2 weeks' notice, and whether leave is paid is your call.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tidy system from day 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weeks go to reviewing how things are done, then cleaning up your filing and documents so everything has a home.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MAY 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2026-10-08T08:29:14Z</dcterms:created>
  <dcterms:modified xsi:type="dcterms:W3CDTF">2026-10-08T08:29:14Z</dcterms:modified>
</cp:coreProperties>
</file>