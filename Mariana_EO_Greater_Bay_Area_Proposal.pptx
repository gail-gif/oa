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24A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Angel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Angel to keep your member spotlights and events visible every week.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7132320" cy="914400"/>
          </a:xfrm>
          <a:prstGeom prst="roundRect">
            <a:avLst>
              <a:gd name="adj" fmla="val 100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520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César de Sá  ·  EO Greater Bay Area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of freelancing. The support of a managed workforce partner.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EO GREATER BAY AREA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member spotlights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spotlight a week, from Eddie's member notes into your template, with a photo and the member's approval.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Follow-ups take the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7328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members on WhatsApp and chasing photos and approvals is what delays spotlights the most.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and LinkedIn are quiet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events deserve promotion before and recaps after, but there hasn't been the bandwidth to post consistently.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Authentic, not AI-generic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flyers often read as obvious AI. You want one person with design and copy skills who keeps them human.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EO GREATER BAY AREA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chapter's marketing, handled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 copy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best bits from Eddie's member notes.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8189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5349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565349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7917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outreach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7917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members on WhatsApp for photos and follow-ups.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773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489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44489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746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approve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746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spotlight in your template and get the member's OK.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728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701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ahead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701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spotlights five at a time, ready to roll out.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6837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3997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03997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76565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promotion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6565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Flyers, posts and stories before each event.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46386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3546" y="1719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8354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6114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recaps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6114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photos and tag members on LinkedIn and Instagram.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 / week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hours a day, Monday to Friday, our minimum to start.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38218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8" name="Text 36"/>
          <p:cNvSpPr/>
          <p:nvPr/>
        </p:nvSpPr>
        <p:spPr>
          <a:xfrm>
            <a:off x="4566818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to you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66818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send you each spotlight as a PDF with its message, ready to share.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27797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41" name="Text 39"/>
          <p:cNvSpPr/>
          <p:nvPr/>
        </p:nvSpPr>
        <p:spPr>
          <a:xfrm>
            <a:off x="8356397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+ copy in one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56397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copywriting skills, using AI without sounding like it.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EO GREATER BAY AREA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WORK WITH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support level that fits you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Essential: you lead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156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 with portfolios, work history and an intro video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incentives and health vouchers handled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Manager checking in with you monthly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Freedom Plan blueprint, with suggested KPIs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KPIs and manage your Angel day to day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 within the first 30 days, and a fee after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Managed: we support you both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048" y="242316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Angel Essential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and Angel Experience team supporting you both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Check-ins, retraining and coaching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replacements, whenever you need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3048" y="4572000"/>
            <a:ext cx="4815688" cy="0"/>
          </a:xfrm>
          <a:prstGeom prst="line">
            <a:avLst/>
          </a:prstGeom>
          <a:noFill/>
          <a:ln w="12700">
            <a:solidFill>
              <a:srgbClr val="0B5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466344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start at the 20-hour weekly minimum, with one dedicated Angel.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EO GREATER BAY AREA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926080"/>
          </a:xfrm>
          <a:prstGeom prst="roundRect">
            <a:avLst>
              <a:gd name="adj" fmla="val 3125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ESSENTIAL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$720/mo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$800, with your 10% EO member discount. Est. total $1,760–$2,020/mo at 20 hrs/week.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MANAGED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$1,000/mo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your Client and Angel Experience team and free replacements. Est. total $2,040–$2,300/mo at 20 hrs/week.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ANGEL'S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$12–$15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hour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each candidate and shown on their profile. We take no cut of 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 USD refundable Freedom Plan deposit — explained on the next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USD, excl. tax. Totals are the agency fee plus your Angel's pay at 20 hrs/week, so they move with the rate you choose.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EO GREATER BAY AREA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 — $500, REFUNDABLE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Freedom Plan, and how the deposit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Freedom Plan 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you and your Angel both work from, so the role is stable from day one.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success metrics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do's and don'ts of the role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skills checklist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together with you in your alignment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Low-risk, by design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3048" y="242316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$500 is refunded if you're not happy with the candidate profiles or your direction changes, as long as you haven't yet interviewed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refunded at the end of your contract, with no outstanding balance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minimum, then 30 days' notice to cancel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from 3–4 profiles with portfolios, with an optional design and copy test first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EO GREATER BAY AREA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669280" cy="566928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your chapter seen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9712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8097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the deposit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refundable $500 USD starts your Freedom Plan.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7984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4736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7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5144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spotlights, events and KPIs, and draft the role.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9759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975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0168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1–2 weeks, and sooner if we already have a match in our pool.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8031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4783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92478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29471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5191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3–4 portfolios, test design and copy, then interview.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8229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89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are:  </a:t>
            </a:r>
            <a:pPr algn="ctr" indent="0" marL="0">
              <a:buNone/>
            </a:pPr>
            <a:r>
              <a:rPr lang="en-US" sz="14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payments.outsourcingangel.com/service-deposit-form-usd/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then? Reach out any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 Galima-Mendoza   ·   Freedom Plan Specialist, Outsourcing Angel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EO GREATER BAY AREA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Angel Proposal - EO Greater Bay Area</dc:title>
  <dc:subject>PptxGenJS Presentation</dc:subject>
  <dc:creator>PptxGenJS</dc:creator>
  <cp:lastModifiedBy>PptxGenJS</cp:lastModifiedBy>
  <cp:revision>1</cp:revision>
  <dcterms:created xsi:type="dcterms:W3CDTF">2026-10-16T00:37:34Z</dcterms:created>
  <dcterms:modified xsi:type="dcterms:W3CDTF">2026-10-16T00:37:34Z</dcterms:modified>
</cp:coreProperties>
</file>