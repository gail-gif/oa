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24A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Angel Proposal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all-rounder Angel to grow your brand and lighten the admin, starting part-time.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7132320" cy="914400"/>
          </a:xfrm>
          <a:prstGeom prst="roundRect">
            <a:avLst>
              <a:gd name="adj" fmla="val 100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5204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Kinsen Siu  ·  IDA+S Collection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flexibility of freelancing. The support of a managed workforce partner.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IDA+S COLLECTION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HEARD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things stand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 is the priority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IDA+S is focused on awareness. Personal brand content could drive more traffic, and you want more creative output from what you film.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328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Influencer agency at risk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07328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agency lost its main sourcer. Your contract ends in January, with a decision on 2027 due by early December.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as you grow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backend, email customer service, statements and receipts, plus wholesale orders that need more tracking as you expand.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lean, flex for peaks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07328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comes first. Customer service is seasonal, so start part-time and add hours around Black Friday and busy periods.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IDA+S COLLECTION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growth all-rounder, handled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brand content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repurpose what you film into reels and posts.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8189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5349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565349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37917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Influencer sourcing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37917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micro-influencers who fit the IDA+S brand.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0773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489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44489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1746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Outreach &amp; follow-up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1746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out, follow up, and track contracts and orders.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8728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444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44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701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results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701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posts, views and sales from each influencer.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66837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3997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203997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76565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email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76565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customer emails and handle Shopify tasks.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46386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83546" y="17190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83546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6114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Wholesale &amp; admin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6114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wholesale orders, payments, statements and receipts.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hrs / week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7240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hours a day to start, adding hours for Black Friday and peaks.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38218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8" name="Text 36"/>
          <p:cNvSpPr/>
          <p:nvPr/>
        </p:nvSpPr>
        <p:spPr>
          <a:xfrm>
            <a:off x="4566818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to you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66818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priorities, with marketing first and admin around it.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27797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41" name="Text 39"/>
          <p:cNvSpPr/>
          <p:nvPr/>
        </p:nvSpPr>
        <p:spPr>
          <a:xfrm>
            <a:off x="8356397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to grow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56397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Australian hours, and can split into two roles as you grow.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IDA+S COLLECTION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WORK WITH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support level that fits you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Angel Essential: you lead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156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profiles with resumes, portfolios and an intro video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health vouchers and annual incentives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Manager checking in with you and your Angel monthly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Freedom Plan, with KPIs and a training plan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your Angel day to day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replacement within the first 30 days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013A40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Angel Managed: we support you both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048" y="2423160"/>
            <a:ext cx="48156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Angel Essential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Manager and Team Leader supporting you both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Retraining, AI training and quarterly meetups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replacements any time, with a 1-week free trial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53048" y="4572000"/>
            <a:ext cx="4815688" cy="0"/>
          </a:xfrm>
          <a:prstGeom prst="line">
            <a:avLst/>
          </a:prstGeom>
          <a:noFill/>
          <a:ln w="12700">
            <a:solidFill>
              <a:srgbClr val="0B5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466344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include indemnity insurance, and a flat fee however many hours.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IDA+S COLLECTION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transparent pricing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2926080"/>
          </a:xfrm>
          <a:prstGeom prst="roundRect">
            <a:avLst>
              <a:gd name="adj" fmla="val 3125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ESSENTIAL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$720/mo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$800, with your 10% discount. Est. total $1,760–$2,020/mo at 20 hrs/week.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MANAGED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$1,200/mo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4632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your Account Manager, Team Leader and free replacements. Est. total $2,240–$2,500/mo at 20 hrs/week.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ANGEL'S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$12–$15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hour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782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each candidate and shown on their profile. We take no cut of 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013A4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09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 refundable Freedom Plan deposit — explained on the next page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AUD, excl. tax. The agency fee is flat; your Angel's pay moves with their rate and the hours you choose.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IDA+S COLLECTION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 — $500, REFUNDABLE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Freedom Plan, and how the deposit works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Freedom Plan 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you and your Angel both work from, so the role is stable from day one.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8156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success metrics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do's and don'ts of the role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skills checklist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together with you in your alignment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Low-risk, by design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3048" y="242316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$500 is refunded if you're not happy with the candidate profiles or your direction changes, as long as you haven't yet interviewed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also refunded at the end of your contract, with no outstanding balance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minimum, then 30 days' notice to cancel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from 3–4 candidate profiles, with an optional skills test first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IDA+S COLLECTION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669280" cy="566928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be ready before January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9712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8097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the deposit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refundable $500 starts your Freedom Plan.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7984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4736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473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9424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session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65144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 the role, KPIs and a training plan, and confirm one Angel or two.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9759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219759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4448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0168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1–2 weeks, and sooner if we already have a match in our pool.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38031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4783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924783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29471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&amp; start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75191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3–4 profiles, test their skills, then interview.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389120"/>
            <a:ext cx="10545775" cy="8229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891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are:  </a:t>
            </a:r>
            <a:pPr algn="ctr" indent="0" marL="0">
              <a:buNone/>
            </a:pPr>
            <a:r>
              <a:rPr lang="en-US" sz="14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payments.outsourcingangel.com/service-deposit-form/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then? Reach out any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Gail Galima-Mendoza   ·   Freedom Plan Specialist, Outsourcing Angel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IDA+S COLLECTION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Angel Proposal - Kinsen Siu, IDA+S Collection</dc:title>
  <dc:subject>PptxGenJS Presentation</dc:subject>
  <dc:creator>PptxGenJS</dc:creator>
  <cp:lastModifiedBy>PptxGenJS</cp:lastModifiedBy>
  <cp:revision>1</cp:revision>
  <dcterms:created xsi:type="dcterms:W3CDTF">2026-10-16T00:37:34Z</dcterms:created>
  <dcterms:modified xsi:type="dcterms:W3CDTF">2026-10-16T00:37:34Z</dcterms:modified>
</cp:coreProperties>
</file>