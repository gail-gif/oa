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Essential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senior Shopify specialist to find and ship conversion wins, so your team can focus on growth.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Young  ·  RAPH&amp;REMY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Q4, and a new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the middle of the Q4 rush and have just launched in Australia alongside Singapore, so you're ready to move straight away.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job is conversion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says E-Commerce Manager, but the crux is conversion rate optimisation on Shopify: content, imagery, descriptions and layout.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Agencies stay, ownership moves 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marketing and development agencies stay in place. As you build more in-house, you need someone hands-on who owns site improvements.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lean, prove the fit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hours a week on a 3-month basis to start, anywhere in your time zone, with a skills test or paid trial before you commit.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conversion engine,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brand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under the skin of RAPH&amp;REMY, your products and how customers shop.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around the site daily and flag what's off, like a pink dress on show that's out of stock.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site work for launches, campaigns and set projects.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quick fixes, like a cart-drawer checkout button or product reviews.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AI-led iterations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your internal tools' daily output with small changes.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CRO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test conversion wins, with your approval at first.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 a day on a 3-month start, growing if you need more.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priorities and approve changes; they work alongside your agencies.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Shopify talent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in e-commerce, strong Shopify, AI-first, and in your time zone.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ESSENTIAL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support, with you in the driver's seat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skills,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handled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Project Manager, checking in monthly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included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vouchers, an annual incentive and quarterly meetups funded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 within the first 30 days, and a fair fee after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day-to-day and set the priorities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 joins your team chat from day one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skills test, case study or paid trial before you commit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20 hours for 3 months, with no jump to full-time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hands-on support later? Angel Managed adds a Team Leader and an Account Manager.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$800, with your 10% welcome discount already applied. Covers payroll, your Project Manager and your Freedom Plan.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HOURLY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$15+/hr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based on their experience, and visible on their profile before you decide. We take no cut of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$2,020–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per month, excl. tax, at 20 hrs/week (4 hrs/day)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 assumes $15–$17/hr. It's the agency fee plus your Angel's pay, so it moves with the rate of the candidate you choose and your hours.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30 days' notice to cancel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candidate profiles, with an optional skills test or paid trial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conversion specialist in for Q4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the spec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tighten the job spec around conversion, then pay the $500.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your CRO priorities, KPIs and success metrics together.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trial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profiles, test or trial, then onboard your Angel.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RAPH&amp;REMY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Essential Proposal - Henry Young, RAPH&amp;REMY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