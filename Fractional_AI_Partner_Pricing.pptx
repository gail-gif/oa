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icing" id="{49164115-6995-de3d-8c69-d580a20b4bb3}">
          <p14:sldIdLst>
            <p14:sldId id="256"/>
          </p14:sldIdLst>
        </p14:section>
        <p14:section name="Process" id="{0492ffc6-b5b4-7d34-2e1c-f4e126d1917a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accent3"/>
                </a:solidFill>
              </a:rPr>
              <a:t>FRACTIONAL AI PARTNER  ·  OUTSOURCING ANGEL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INVESTMENT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price, everything included</a:t>
            </a:r>
            <a:endParaRPr lang="en-US" sz="3000" dirty="0"/>
          </a:p>
        </p:txBody>
      </p:sp>
      <p:sp>
        <p:nvSpPr>
          <p:cNvPr id="4" name="Price panel"/>
          <p:cNvSpPr/>
          <p:nvPr/>
        </p:nvSpPr>
        <p:spPr>
          <a:xfrm>
            <a:off x="457200" y="1280160"/>
            <a:ext cx="3017520" cy="214884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4"/>
                </a:solidFill>
              </a:rPr>
              <a:t>INVESTMENT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916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$9K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a month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14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plus GST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Billed monthly by Outsourcing Angel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449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Month by month, reviewed together each month</a:t>
            </a:r>
            <a:endParaRPr lang="en-US" sz="1000" dirty="0"/>
          </a:p>
        </p:txBody>
      </p:sp>
      <p:sp>
        <p:nvSpPr>
          <p:cNvPr id="9" name="Included panel"/>
          <p:cNvSpPr/>
          <p:nvPr/>
        </p:nvSpPr>
        <p:spPr>
          <a:xfrm>
            <a:off x="3657600" y="1280160"/>
            <a:ext cx="5029200" cy="2148840"/>
          </a:xfrm>
          <a:prstGeom prst="roundRect">
            <a:avLst>
              <a:gd name="adj" fmla="val 2553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14630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WHAT IS INCLUDED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755648"/>
            <a:ext cx="4572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one-on-one session for every person on the team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Group training and 4 or 5 team meetings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automations, including the progress payment agent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Support and ongoing improvement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monthly check-in with Outsourcing Angel</a:t>
            </a:r>
            <a:endParaRPr lang="en-US" sz="1300" dirty="0"/>
          </a:p>
        </p:txBody>
      </p:sp>
      <p:sp>
        <p:nvSpPr>
          <p:cNvPr id="12" name="Partner note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5455"/>
            </a:avLst>
          </a:prstGeom>
          <a:solidFill>
            <a:schemeClr val="accent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70332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2"/>
                </a:solidFill>
              </a:rPr>
              <a:t>Outsourcing Angel is with you the whole way.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 bill you monthly and work alongside Rob’s team on the project. Every month we sit down with you to check progress, review results and agree what comes next.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Everything is built on your own accounts and logins, so you keep it all. You pay your own software subscriptions directly.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IT WORKS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once you start</a:t>
            </a:r>
            <a:endParaRPr lang="en-US" sz="3000" dirty="0"/>
          </a:p>
        </p:txBody>
      </p:sp>
      <p:sp>
        <p:nvSpPr>
          <p:cNvPr id="4" name="Step 1"/>
          <p:cNvSpPr/>
          <p:nvPr/>
        </p:nvSpPr>
        <p:spPr>
          <a:xfrm>
            <a:off x="457200" y="1325880"/>
            <a:ext cx="1536192" cy="2057400"/>
          </a:xfrm>
          <a:prstGeom prst="roundRect">
            <a:avLst>
              <a:gd name="adj" fmla="val 476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tep 1 badge"/>
          <p:cNvSpPr/>
          <p:nvPr/>
        </p:nvSpPr>
        <p:spPr>
          <a:xfrm>
            <a:off x="621792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116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Deep dive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331720"/>
            <a:ext cx="1261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Kickoff with the whole team. We map every tool, system and process you use today.</a:t>
            </a:r>
            <a:endParaRPr lang="en-US" sz="1100" dirty="0"/>
          </a:p>
        </p:txBody>
      </p:sp>
      <p:sp>
        <p:nvSpPr>
          <p:cNvPr id="9" name="Step 2"/>
          <p:cNvSpPr/>
          <p:nvPr/>
        </p:nvSpPr>
        <p:spPr>
          <a:xfrm>
            <a:off x="2130552" y="1325880"/>
            <a:ext cx="1536192" cy="2057400"/>
          </a:xfrm>
          <a:prstGeom prst="roundRect">
            <a:avLst>
              <a:gd name="adj" fmla="val 476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tep 2 badge"/>
          <p:cNvSpPr/>
          <p:nvPr/>
        </p:nvSpPr>
        <p:spPr>
          <a:xfrm>
            <a:off x="2295144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95144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295144" y="20116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Plan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295144" y="2331720"/>
            <a:ext cx="1261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 rank departments by return and agree the first priority together.</a:t>
            </a:r>
            <a:endParaRPr lang="en-US" sz="1100" dirty="0"/>
          </a:p>
        </p:txBody>
      </p:sp>
      <p:sp>
        <p:nvSpPr>
          <p:cNvPr id="14" name="Step 3"/>
          <p:cNvSpPr/>
          <p:nvPr/>
        </p:nvSpPr>
        <p:spPr>
          <a:xfrm>
            <a:off x="3803904" y="1325880"/>
            <a:ext cx="1536192" cy="2057400"/>
          </a:xfrm>
          <a:prstGeom prst="roundRect">
            <a:avLst>
              <a:gd name="adj" fmla="val 476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tep 3 badge"/>
          <p:cNvSpPr/>
          <p:nvPr/>
        </p:nvSpPr>
        <p:spPr>
          <a:xfrm>
            <a:off x="3968496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6849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968496" y="20116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Set up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968496" y="2331720"/>
            <a:ext cx="1261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Group training in 4 to 5 teams, a 2-hour one-on-one for each person, and your developers enabled.</a:t>
            </a:r>
            <a:endParaRPr lang="en-US" sz="1100" dirty="0"/>
          </a:p>
        </p:txBody>
      </p:sp>
      <p:sp>
        <p:nvSpPr>
          <p:cNvPr id="19" name="Step 4"/>
          <p:cNvSpPr/>
          <p:nvPr/>
        </p:nvSpPr>
        <p:spPr>
          <a:xfrm>
            <a:off x="5477256" y="1325880"/>
            <a:ext cx="1536192" cy="2057400"/>
          </a:xfrm>
          <a:prstGeom prst="roundRect">
            <a:avLst>
              <a:gd name="adj" fmla="val 476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Step 4 badge"/>
          <p:cNvSpPr/>
          <p:nvPr/>
        </p:nvSpPr>
        <p:spPr>
          <a:xfrm>
            <a:off x="564184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4184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641848" y="20116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Build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641848" y="2331720"/>
            <a:ext cx="1261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Automations for the jobs that take the most time, like progress payments.</a:t>
            </a:r>
            <a:endParaRPr lang="en-US" sz="1100" dirty="0"/>
          </a:p>
        </p:txBody>
      </p:sp>
      <p:sp>
        <p:nvSpPr>
          <p:cNvPr id="24" name="Step 5"/>
          <p:cNvSpPr/>
          <p:nvPr/>
        </p:nvSpPr>
        <p:spPr>
          <a:xfrm>
            <a:off x="7150608" y="1325880"/>
            <a:ext cx="1536192" cy="2057400"/>
          </a:xfrm>
          <a:prstGeom prst="roundRect">
            <a:avLst>
              <a:gd name="adj" fmla="val 4762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Step 5 badge"/>
          <p:cNvSpPr/>
          <p:nvPr/>
        </p:nvSpPr>
        <p:spPr>
          <a:xfrm>
            <a:off x="731520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20116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Support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2331720"/>
            <a:ext cx="1261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 keep improving what is built, then move you to a lighter support plan.</a:t>
            </a:r>
            <a:endParaRPr lang="en-US" sz="1100" dirty="0"/>
          </a:p>
        </p:txBody>
      </p:sp>
      <p:sp>
        <p:nvSpPr>
          <p:cNvPr id="29" name="MONTH 1"/>
          <p:cNvSpPr/>
          <p:nvPr/>
        </p:nvSpPr>
        <p:spPr>
          <a:xfrm>
            <a:off x="457200" y="3566160"/>
            <a:ext cx="4882896" cy="621792"/>
          </a:xfrm>
          <a:prstGeom prst="roundRect">
            <a:avLst>
              <a:gd name="adj" fmla="val 882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566160"/>
            <a:ext cx="46542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MONTH 1</a:t>
            </a:r>
            <a:endParaRPr lang="en-US" sz="9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Kick off, plan and set everyone up</a:t>
            </a:r>
            <a:endParaRPr lang="en-US" sz="900" dirty="0"/>
          </a:p>
        </p:txBody>
      </p:sp>
      <p:sp>
        <p:nvSpPr>
          <p:cNvPr id="31" name="MONTHS 2 TO 3"/>
          <p:cNvSpPr/>
          <p:nvPr/>
        </p:nvSpPr>
        <p:spPr>
          <a:xfrm>
            <a:off x="5477256" y="3566160"/>
            <a:ext cx="1536192" cy="621792"/>
          </a:xfrm>
          <a:prstGeom prst="roundRect">
            <a:avLst>
              <a:gd name="adj" fmla="val 882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14416" y="3566160"/>
            <a:ext cx="13075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MONTHS 2 TO 3</a:t>
            </a:r>
            <a:endParaRPr lang="en-US" sz="9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Build and embed</a:t>
            </a:r>
            <a:endParaRPr lang="en-US" sz="900" dirty="0"/>
          </a:p>
        </p:txBody>
      </p:sp>
      <p:sp>
        <p:nvSpPr>
          <p:cNvPr id="33" name="AFTER THAT"/>
          <p:cNvSpPr/>
          <p:nvPr/>
        </p:nvSpPr>
        <p:spPr>
          <a:xfrm>
            <a:off x="7150608" y="3566160"/>
            <a:ext cx="1536192" cy="621792"/>
          </a:xfrm>
          <a:prstGeom prst="roundRect">
            <a:avLst>
              <a:gd name="adj" fmla="val 8824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87768" y="3566160"/>
            <a:ext cx="13075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AFTER THAT</a:t>
            </a:r>
            <a:endParaRPr lang="en-US" sz="9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Ongoing support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343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One point of contact: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Outsourcing Angel manages the engagement and invoices you monthly. Rob Lee and his team deliver the work.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ractional AI Partner">
  <a:themeElements>
    <a:clrScheme name="Fractional AI Partner">
      <a:dk1>
        <a:srgbClr val="1F2D2E"/>
      </a:dk1>
      <a:lt1>
        <a:srgbClr val="FFFFFF"/>
      </a:lt1>
      <a:dk2>
        <a:srgbClr val="13585C"/>
      </a:dk2>
      <a:lt2>
        <a:srgbClr val="F4F8F8"/>
      </a:lt2>
      <a:accent1>
        <a:srgbClr val="0E7C86"/>
      </a:accent1>
      <a:accent2>
        <a:srgbClr val="E6F0F0"/>
      </a:accent2>
      <a:accent3>
        <a:srgbClr val="5B6B6C"/>
      </a:accent3>
      <a:accent4>
        <a:srgbClr val="BFD8D9"/>
      </a:accent4>
      <a:accent5>
        <a:srgbClr val="2E9AA3"/>
      </a:accent5>
      <a:accent6>
        <a:srgbClr val="D9E8E8"/>
      </a:accent6>
      <a:hlink>
        <a:srgbClr val="0E7C86"/>
      </a:hlink>
      <a:folHlink>
        <a:srgbClr val="13585C"/>
      </a:folHlink>
    </a:clrScheme>
    <a:fontScheme name="Fractional AI Partn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Fractional AI Partner: Pricing and Process</dc:title>
  <dc:subject>PptxGenJS Presentation</dc:subject>
  <dc:creator>Outsourcing Angel</dc:creator>
  <cp:lastModifiedBy>Outsourcing Angel</cp:lastModifiedBy>
  <cp:revision>1</cp:revision>
  <dcterms:created xsi:type="dcterms:W3CDTF">2026-10-13T22:33:18Z</dcterms:created>
  <dcterms:modified xsi:type="dcterms:W3CDTF">2026-10-13T22:33:18Z</dcterms:modified>
</cp:coreProperties>
</file>