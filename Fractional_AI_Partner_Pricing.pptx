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icing" id="{ce0d6cc1-9fe7-c19b-bce5-55ed993b6502}">
          <p14:sldIdLst>
            <p14:sldId id="256"/>
          </p14:sldIdLst>
        </p14:section>
        <p14:section name="Process" id="{e9a8af0c-2c1b-2959-492f-9f46650f0b23}">
          <p14:sldIdLst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chemeClr val="accent3"/>
                </a:solidFill>
              </a:rPr>
              <a:t>FRACTIONAL AI PARTNER  ·  OUTSOURCING ANGEL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PRICING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investment</a:t>
            </a:r>
            <a:endParaRPr lang="en-US" sz="3000" dirty="0"/>
          </a:p>
        </p:txBody>
      </p:sp>
      <p:sp>
        <p:nvSpPr>
          <p:cNvPr id="4" name="Tile 1"/>
          <p:cNvSpPr/>
          <p:nvPr/>
        </p:nvSpPr>
        <p:spPr>
          <a:xfrm>
            <a:off x="457200" y="1234440"/>
            <a:ext cx="2651760" cy="868680"/>
          </a:xfrm>
          <a:prstGeom prst="roundRect">
            <a:avLst>
              <a:gd name="adj" fmla="val 631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2344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$9,000</a:t>
            </a:r>
            <a:endParaRPr lang="en-US" sz="30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a month + GST</a:t>
            </a:r>
            <a:endParaRPr lang="en-US" sz="3000" dirty="0"/>
          </a:p>
        </p:txBody>
      </p:sp>
      <p:sp>
        <p:nvSpPr>
          <p:cNvPr id="6" name="Tile 2"/>
          <p:cNvSpPr/>
          <p:nvPr/>
        </p:nvSpPr>
        <p:spPr>
          <a:xfrm>
            <a:off x="3246120" y="1234440"/>
            <a:ext cx="2651760" cy="86868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2344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30 people</a:t>
            </a:r>
            <a:endParaRPr lang="en-US" sz="20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Every person set up one-on-one</a:t>
            </a:r>
            <a:endParaRPr lang="en-US" sz="2000" dirty="0"/>
          </a:p>
        </p:txBody>
      </p:sp>
      <p:sp>
        <p:nvSpPr>
          <p:cNvPr id="8" name="Tile 3"/>
          <p:cNvSpPr/>
          <p:nvPr/>
        </p:nvSpPr>
        <p:spPr>
          <a:xfrm>
            <a:off x="6035040" y="1234440"/>
            <a:ext cx="2651760" cy="86868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63640" y="12344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 by month</a:t>
            </a:r>
            <a:endParaRPr lang="en-US" sz="20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Reviewed with you, no lock-in</a:t>
            </a:r>
            <a:endParaRPr lang="en-US" sz="2000" dirty="0"/>
          </a:p>
        </p:txBody>
      </p:sp>
      <p:sp>
        <p:nvSpPr>
          <p:cNvPr id="10" name="Sized for your team"/>
          <p:cNvSpPr/>
          <p:nvPr/>
        </p:nvSpPr>
        <p:spPr>
          <a:xfrm>
            <a:off x="457200" y="2240280"/>
            <a:ext cx="4046220" cy="150876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2377440"/>
            <a:ext cx="36804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SIZED FOR YOUR TEAM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651760"/>
            <a:ext cx="36347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A 2-hour one-on-one setup for every person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Group training in 4 to 5 teams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Your developers set up and enabled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We start with the department that gives the best return</a:t>
            </a:r>
            <a:endParaRPr lang="en-US" sz="1150" dirty="0"/>
          </a:p>
        </p:txBody>
      </p:sp>
      <p:sp>
        <p:nvSpPr>
          <p:cNvPr id="13" name="Outsourcing Angel role"/>
          <p:cNvSpPr/>
          <p:nvPr/>
        </p:nvSpPr>
        <p:spPr>
          <a:xfrm>
            <a:off x="4640580" y="2240280"/>
            <a:ext cx="4046220" cy="1508760"/>
          </a:xfrm>
          <a:prstGeom prst="roundRect">
            <a:avLst>
              <a:gd name="adj" fmla="val 3636"/>
            </a:avLst>
          </a:prstGeom>
          <a:solidFill>
            <a:schemeClr val="accent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69180" y="2377440"/>
            <a:ext cx="36804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OUTSOURCING ANGEL’S ROLE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869180" y="2651760"/>
            <a:ext cx="36347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We bill you monthly and stay with the project alongside Rob’s team. Each month we meet with you to check progress and agree the next priority.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chemeClr val="accent3"/>
                </a:solidFill>
              </a:rPr>
              <a:t>Everything is built on your own accounts and logins, so you keep it all.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8862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chemeClr val="accent1"/>
                </a:solidFill>
              </a:rPr>
              <a:t>GETTING STARTED</a:t>
            </a:r>
            <a:endParaRPr lang="en-US" sz="900" dirty="0"/>
          </a:p>
        </p:txBody>
      </p:sp>
      <p:sp>
        <p:nvSpPr>
          <p:cNvPr id="17" name="Start 1 badge"/>
          <p:cNvSpPr/>
          <p:nvPr/>
        </p:nvSpPr>
        <p:spPr>
          <a:xfrm>
            <a:off x="1691640" y="40690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91640" y="4069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2148840" y="388620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You give us the go-ahead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3840480" y="3886200"/>
            <a:ext cx="274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21" name="Start 2 badge"/>
          <p:cNvSpPr/>
          <p:nvPr/>
        </p:nvSpPr>
        <p:spPr>
          <a:xfrm>
            <a:off x="4114800" y="40690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14800" y="4069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0" y="388620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We invoice the first month: $9,900 incl. GST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263640" y="3886200"/>
            <a:ext cx="274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25" name="Start 3 badge"/>
          <p:cNvSpPr/>
          <p:nvPr/>
        </p:nvSpPr>
        <p:spPr>
          <a:xfrm>
            <a:off x="6537960" y="40690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37960" y="4069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995160" y="388620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Once paid, we book the kickoff and start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HOW IT WORKS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happens once you start</a:t>
            </a:r>
            <a:endParaRPr lang="en-US" sz="3000" dirty="0"/>
          </a:p>
        </p:txBody>
      </p:sp>
      <p:sp>
        <p:nvSpPr>
          <p:cNvPr id="4" name="Step 1"/>
          <p:cNvSpPr/>
          <p:nvPr/>
        </p:nvSpPr>
        <p:spPr>
          <a:xfrm>
            <a:off x="457200" y="1325880"/>
            <a:ext cx="1536192" cy="2057400"/>
          </a:xfrm>
          <a:prstGeom prst="roundRect">
            <a:avLst>
              <a:gd name="adj" fmla="val 4762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Step 1 badge"/>
          <p:cNvSpPr/>
          <p:nvPr/>
        </p:nvSpPr>
        <p:spPr>
          <a:xfrm>
            <a:off x="621792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011680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Deep dive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2331720"/>
            <a:ext cx="1261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Kickoff with the whole team. We map every tool, system and process you use today.</a:t>
            </a:r>
            <a:endParaRPr lang="en-US" sz="1100" dirty="0"/>
          </a:p>
        </p:txBody>
      </p:sp>
      <p:sp>
        <p:nvSpPr>
          <p:cNvPr id="9" name="Step 2"/>
          <p:cNvSpPr/>
          <p:nvPr/>
        </p:nvSpPr>
        <p:spPr>
          <a:xfrm>
            <a:off x="2130552" y="1325880"/>
            <a:ext cx="1536192" cy="2057400"/>
          </a:xfrm>
          <a:prstGeom prst="roundRect">
            <a:avLst>
              <a:gd name="adj" fmla="val 4762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Step 2 badge"/>
          <p:cNvSpPr/>
          <p:nvPr/>
        </p:nvSpPr>
        <p:spPr>
          <a:xfrm>
            <a:off x="2295144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295144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295144" y="2011680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Plan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295144" y="2331720"/>
            <a:ext cx="1261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We rank departments by return and agree the first priority together.</a:t>
            </a:r>
            <a:endParaRPr lang="en-US" sz="1100" dirty="0"/>
          </a:p>
        </p:txBody>
      </p:sp>
      <p:sp>
        <p:nvSpPr>
          <p:cNvPr id="14" name="Step 3"/>
          <p:cNvSpPr/>
          <p:nvPr/>
        </p:nvSpPr>
        <p:spPr>
          <a:xfrm>
            <a:off x="3803904" y="1325880"/>
            <a:ext cx="1536192" cy="2057400"/>
          </a:xfrm>
          <a:prstGeom prst="roundRect">
            <a:avLst>
              <a:gd name="adj" fmla="val 4762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Step 3 badge"/>
          <p:cNvSpPr/>
          <p:nvPr/>
        </p:nvSpPr>
        <p:spPr>
          <a:xfrm>
            <a:off x="3968496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968496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968496" y="2011680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Set up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968496" y="2331720"/>
            <a:ext cx="1261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Group training in 4 to 5 teams, a 2-hour one-on-one for each person, and your developers enabled.</a:t>
            </a:r>
            <a:endParaRPr lang="en-US" sz="1100" dirty="0"/>
          </a:p>
        </p:txBody>
      </p:sp>
      <p:sp>
        <p:nvSpPr>
          <p:cNvPr id="19" name="Step 4"/>
          <p:cNvSpPr/>
          <p:nvPr/>
        </p:nvSpPr>
        <p:spPr>
          <a:xfrm>
            <a:off x="5477256" y="1325880"/>
            <a:ext cx="1536192" cy="2057400"/>
          </a:xfrm>
          <a:prstGeom prst="roundRect">
            <a:avLst>
              <a:gd name="adj" fmla="val 4762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Step 4 badge"/>
          <p:cNvSpPr/>
          <p:nvPr/>
        </p:nvSpPr>
        <p:spPr>
          <a:xfrm>
            <a:off x="5641848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4184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641848" y="2011680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Build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641848" y="2331720"/>
            <a:ext cx="1261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Automations for the jobs that take the most time, like progress payments.</a:t>
            </a:r>
            <a:endParaRPr lang="en-US" sz="1100" dirty="0"/>
          </a:p>
        </p:txBody>
      </p:sp>
      <p:sp>
        <p:nvSpPr>
          <p:cNvPr id="24" name="Step 5"/>
          <p:cNvSpPr/>
          <p:nvPr/>
        </p:nvSpPr>
        <p:spPr>
          <a:xfrm>
            <a:off x="7150608" y="1325880"/>
            <a:ext cx="1536192" cy="2057400"/>
          </a:xfrm>
          <a:prstGeom prst="roundRect">
            <a:avLst>
              <a:gd name="adj" fmla="val 4762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5" name="Step 5 badge"/>
          <p:cNvSpPr/>
          <p:nvPr/>
        </p:nvSpPr>
        <p:spPr>
          <a:xfrm>
            <a:off x="7315200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0" y="2011680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Support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0" y="2331720"/>
            <a:ext cx="1261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We keep improving what is built, then move you to a lighter support plan.</a:t>
            </a:r>
            <a:endParaRPr lang="en-US" sz="1100" dirty="0"/>
          </a:p>
        </p:txBody>
      </p:sp>
      <p:sp>
        <p:nvSpPr>
          <p:cNvPr id="29" name="MONTH 1"/>
          <p:cNvSpPr/>
          <p:nvPr/>
        </p:nvSpPr>
        <p:spPr>
          <a:xfrm>
            <a:off x="457200" y="3566160"/>
            <a:ext cx="4882896" cy="621792"/>
          </a:xfrm>
          <a:prstGeom prst="roundRect">
            <a:avLst>
              <a:gd name="adj" fmla="val 882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3566160"/>
            <a:ext cx="46542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MONTH 1</a:t>
            </a:r>
            <a:endParaRPr lang="en-US" sz="9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Kick off, plan and set everyone up</a:t>
            </a:r>
            <a:endParaRPr lang="en-US" sz="900" dirty="0"/>
          </a:p>
        </p:txBody>
      </p:sp>
      <p:sp>
        <p:nvSpPr>
          <p:cNvPr id="31" name="MONTHS 2 TO 3"/>
          <p:cNvSpPr/>
          <p:nvPr/>
        </p:nvSpPr>
        <p:spPr>
          <a:xfrm>
            <a:off x="5477256" y="3566160"/>
            <a:ext cx="1536192" cy="621792"/>
          </a:xfrm>
          <a:prstGeom prst="roundRect">
            <a:avLst>
              <a:gd name="adj" fmla="val 8824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614416" y="3566160"/>
            <a:ext cx="13075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MONTHS 2 TO 3</a:t>
            </a:r>
            <a:endParaRPr lang="en-US" sz="9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Build and embed</a:t>
            </a:r>
            <a:endParaRPr lang="en-US" sz="900" dirty="0"/>
          </a:p>
        </p:txBody>
      </p:sp>
      <p:sp>
        <p:nvSpPr>
          <p:cNvPr id="33" name="AFTER THAT"/>
          <p:cNvSpPr/>
          <p:nvPr/>
        </p:nvSpPr>
        <p:spPr>
          <a:xfrm>
            <a:off x="7150608" y="3566160"/>
            <a:ext cx="1536192" cy="621792"/>
          </a:xfrm>
          <a:prstGeom prst="roundRect">
            <a:avLst>
              <a:gd name="adj" fmla="val 8824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287768" y="3566160"/>
            <a:ext cx="13075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AFTER THAT</a:t>
            </a:r>
            <a:endParaRPr lang="en-US" sz="9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Ongoing support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43434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One point of contact: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Outsourcing Angel manages the engagement and invoices you monthly. Rob Lee and his team deliver the work.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ractional AI Partner">
  <a:themeElements>
    <a:clrScheme name="Fractional AI Partner">
      <a:dk1>
        <a:srgbClr val="1F2D2E"/>
      </a:dk1>
      <a:lt1>
        <a:srgbClr val="FFFFFF"/>
      </a:lt1>
      <a:dk2>
        <a:srgbClr val="13585C"/>
      </a:dk2>
      <a:lt2>
        <a:srgbClr val="F4F8F8"/>
      </a:lt2>
      <a:accent1>
        <a:srgbClr val="0E7C86"/>
      </a:accent1>
      <a:accent2>
        <a:srgbClr val="E6F0F0"/>
      </a:accent2>
      <a:accent3>
        <a:srgbClr val="5B6B6C"/>
      </a:accent3>
      <a:accent4>
        <a:srgbClr val="BFD8D9"/>
      </a:accent4>
      <a:accent5>
        <a:srgbClr val="2E9AA3"/>
      </a:accent5>
      <a:accent6>
        <a:srgbClr val="D9E8E8"/>
      </a:accent6>
      <a:hlink>
        <a:srgbClr val="0E7C86"/>
      </a:hlink>
      <a:folHlink>
        <a:srgbClr val="13585C"/>
      </a:folHlink>
    </a:clrScheme>
    <a:fontScheme name="Fractional AI Partn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Fractional AI Partner: Pricing and Process</dc:title>
  <dc:subject>PptxGenJS Presentation</dc:subject>
  <dc:creator>Outsourcing Angel</dc:creator>
  <cp:lastModifiedBy>Outsourcing Angel</cp:lastModifiedBy>
  <cp:revision>1</cp:revision>
  <dcterms:created xsi:type="dcterms:W3CDTF">2026-10-13T22:39:51Z</dcterms:created>
  <dcterms:modified xsi:type="dcterms:W3CDTF">2026-10-13T22:39:51Z</dcterms:modified>
</cp:coreProperties>
</file>