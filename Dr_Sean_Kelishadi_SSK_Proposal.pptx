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943600" cy="594360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840480" cy="3840480"/>
          </a:xfrm>
          <a:prstGeom prst="ellipse">
            <a:avLst/>
          </a:prstGeom>
          <a:solidFill>
            <a:srgbClr val="024A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097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Angel Proposal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Social Media &amp; Content Posting Angel to get your content out, every day, on every platform.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7132320" cy="914400"/>
          </a:xfrm>
          <a:prstGeom prst="roundRect">
            <a:avLst>
              <a:gd name="adj" fmla="val 100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Sean Kelishadi  ·  SSK Plastic Surgery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flexibility of freelancing. The support of a managed workforce partner.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SSK PLASTIC SURGERY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HEARD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things stand today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content, sitting unposted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52 edited videos are ready to go, and new podcast and OR content is on the way. It needs to get out now.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07328" y="178308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brand is the difference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07328" y="225856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content in your voice beats scripted content. You want enough volume to own the conversation online.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thin on time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Surgeon, boss, husband and father. Writing captions and posting takes time and creativity away from you.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8728" y="3703320"/>
            <a:ext cx="5364328" cy="1874520"/>
          </a:xfrm>
          <a:prstGeom prst="roundRect">
            <a:avLst>
              <a:gd name="adj" fmla="val 439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07328" y="388620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Execution, at the right price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07328" y="4361688"/>
            <a:ext cx="49071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Scott's team handles strategy and editing. You need a trusted pair of hands to post, at a rate that makes sense.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SSK PLASTIC SURGERY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content, published every day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Receive content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edited videos and instructions from Scott's team.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8189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5349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565349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37917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 calendar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37917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old and new content into a posting calendar.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0773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4489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444489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1746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Captions with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1746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captions from your content and ChatGPT or Claude.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87288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24448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324448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97016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Repurpose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97016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 each video's angle to fit every platform.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066837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3997" y="1719072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8203997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76565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&amp; post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76565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5–7 posts a day on TikTok, LinkedIn, YouTube, X and more.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946386" y="1554480"/>
            <a:ext cx="1696669" cy="2743200"/>
          </a:xfrm>
          <a:prstGeom prst="roundRect">
            <a:avLst>
              <a:gd name="adj" fmla="val 4850"/>
            </a:avLst>
          </a:prstGeom>
          <a:solidFill>
            <a:srgbClr val="E7F3F1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83546" y="1719072"/>
            <a:ext cx="384048" cy="38404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31" name="Text 29"/>
          <p:cNvSpPr/>
          <p:nvPr/>
        </p:nvSpPr>
        <p:spPr>
          <a:xfrm>
            <a:off x="10083546" y="1719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6114" y="2240280"/>
            <a:ext cx="147721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visibility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056114" y="2834640"/>
            <a:ext cx="14772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with basic SEO and AI search visibility tasks.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to suit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77240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around your posting schedule, from 20 hrs/week.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338218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38" name="Text 36"/>
          <p:cNvSpPr/>
          <p:nvPr/>
        </p:nvSpPr>
        <p:spPr>
          <a:xfrm>
            <a:off x="4566818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with Scott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566818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the X100 team's content plan and posting instructions.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8127797" y="4526280"/>
            <a:ext cx="3515258" cy="1371600"/>
          </a:xfrm>
          <a:prstGeom prst="roundRect">
            <a:avLst>
              <a:gd name="adj" fmla="val 6000"/>
            </a:avLst>
          </a:prstGeom>
          <a:solidFill>
            <a:srgbClr val="013A40"/>
          </a:solidFill>
          <a:ln/>
        </p:spPr>
      </p:sp>
      <p:sp>
        <p:nvSpPr>
          <p:cNvPr id="41" name="Text 39"/>
          <p:cNvSpPr/>
          <p:nvPr/>
        </p:nvSpPr>
        <p:spPr>
          <a:xfrm>
            <a:off x="8356397" y="4709160"/>
            <a:ext cx="30580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 access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8356397" y="512064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with King of Cleavage and your other channels before your main page.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SSK PLASTIC SURGERY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ANGEL MANAGED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support, with you and Scott setting direction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81568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profiles with portfolios, work history and an intro video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Leader supporting your Angel, including retraining and AI tools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Account Manager checking in with you regularly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Freedom Plan blueprint, with 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Payroll, health vouchers and incentives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replacements any time, with a 1-week free trial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78728" y="1600200"/>
            <a:ext cx="5364328" cy="3931920"/>
          </a:xfrm>
          <a:prstGeom prst="roundRect">
            <a:avLst>
              <a:gd name="adj" fmla="val 2326"/>
            </a:avLst>
          </a:prstGeom>
          <a:solidFill>
            <a:srgbClr val="013A40"/>
          </a:solidFill>
          <a:ln/>
        </p:spPr>
      </p:sp>
      <p:sp>
        <p:nvSpPr>
          <p:cNvPr id="8" name="Text 6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stay in control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53048" y="2423160"/>
            <a:ext cx="481568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which accounts your Angel can access, and when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Scott's team can join the interviews with you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reports show what was posted and the hours spent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700"/>
              </a:spcAft>
              <a:buSzPct val="100000"/>
              <a:buChar char="●"/>
            </a:pPr>
            <a:r>
              <a:rPr lang="en-US" sz="1200" dirty="0">
                <a:solidFill>
                  <a:srgbClr val="E3F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flex with your posting schedule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53048" y="4572000"/>
            <a:ext cx="4815688" cy="0"/>
          </a:xfrm>
          <a:prstGeom prst="line">
            <a:avLst/>
          </a:prstGeom>
          <a:noFill/>
          <a:ln w="12700">
            <a:solidFill>
              <a:srgbClr val="0B5F6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53048" y="4663440"/>
            <a:ext cx="481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 is contracted to us and covered by our indemnity insurance.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SSK PLASTIC SURGERY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INVESTMENT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Simple, transparent pricing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2926080"/>
          </a:xfrm>
          <a:prstGeom prst="roundRect">
            <a:avLst>
              <a:gd name="adj" fmla="val 3125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28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AGENCY FEE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$1,000/mo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Flat, whatever the hours. Covers your Team Leader, Account Manager, payroll and your Freedom Plan.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8056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ANGEL'S HOURLY RATE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0" y="21031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$8–$11/hr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46320" y="269748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recruitment team's range for this skill set. Each candidate's rate is on their profile, and we take no cut.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412480" y="1828800"/>
            <a:ext cx="0" cy="2377440"/>
          </a:xfrm>
          <a:prstGeom prst="line">
            <a:avLst/>
          </a:prstGeom>
          <a:noFill/>
          <a:ln w="12700">
            <a:solidFill>
              <a:srgbClr val="C9E2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0" y="1828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TOTAL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0" y="210312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$1,690–</a:t>
            </a:r>
            <a:endParaRPr lang="en-US" sz="2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13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$1,950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77824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USD/mo at 20 hrs/week. Full-time (40 hrs/week): $2,390–$2,910/mo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4709160"/>
            <a:ext cx="11094415" cy="640080"/>
          </a:xfrm>
          <a:prstGeom prst="roundRect">
            <a:avLst>
              <a:gd name="adj" fmla="val 11429"/>
            </a:avLst>
          </a:prstGeom>
          <a:solidFill>
            <a:srgbClr val="013A4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7091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begin: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$500 USD refundable Freedom Plan deposit — explained on the next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in USD, excl. tax. The total is the agency fee plus your Angel's pay, so it moves with the rate you choose and the hours you settle 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SSK PLASTIC SURGERY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961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STEP — $500, REFUNDABLE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Freedom Plan, and how the deposit works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E7F3F1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Freedom Plan 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48156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blueprint you and your Angel both work from, so the role is stable from day one.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81568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and success metrics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do's and don'ts of the role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skills checklist for your Angel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20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together with you in your alignment session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114800"/>
          </a:xfrm>
          <a:prstGeom prst="roundRect">
            <a:avLst>
              <a:gd name="adj" fmla="val 2222"/>
            </a:avLst>
          </a:prstGeom>
          <a:solidFill>
            <a:srgbClr val="F2F8F7"/>
          </a:solidFill>
          <a:ln w="12700">
            <a:solidFill>
              <a:srgbClr val="D3E7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53048" y="1828800"/>
            <a:ext cx="48156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2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Low-risk, by design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3048" y="2423160"/>
            <a:ext cx="4815688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$500 is refunded if you're not happy with the candidate profiles or your direction changes, as long as you haven't yet interviewed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also refunded at the end of your contract, with no outstanding balance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minimum, then month to month with 30 days' notice</a:t>
            </a:r>
            <a:endParaRPr lang="en-US" sz="11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●"/>
            </a:pPr>
            <a:r>
              <a:rPr lang="en-US" sz="1150" dirty="0">
                <a:solidFill>
                  <a:srgbClr val="172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choose from 3–4 profiles with work samples, interviewed with Scott's team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C9E2D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SSK PLASTIC SURGERY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3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669280" cy="5669280"/>
          </a:xfrm>
          <a:prstGeom prst="ellipse">
            <a:avLst/>
          </a:prstGeom>
          <a:solidFill>
            <a:srgbClr val="025E63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8686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get your content live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09712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1809712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 the deposit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refundable $500 USD starts your Freedom Plan.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27984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14736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1473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9424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Alignment session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65144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map your platforms, posting schedule, hours and KPIs with Scott's team.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33008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219759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7219759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24448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Recruitment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70168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prioritise your account, and move faster if we have a match in our pool.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38031" y="1828800"/>
            <a:ext cx="2430704" cy="2286000"/>
          </a:xfrm>
          <a:prstGeom prst="roundRect">
            <a:avLst>
              <a:gd name="adj" fmla="val 3600"/>
            </a:avLst>
          </a:prstGeom>
          <a:solidFill>
            <a:srgbClr val="024A50"/>
          </a:solidFill>
          <a:ln w="12700">
            <a:solidFill>
              <a:srgbClr val="0B5F6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24783" y="2057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9924783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29471" y="2651760"/>
            <a:ext cx="2247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&amp; start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075191" y="3108960"/>
            <a:ext cx="21563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FEA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3–4 profiles and work samples, then interview with Scott's team.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2960" y="4389120"/>
            <a:ext cx="10545775" cy="822960"/>
          </a:xfrm>
          <a:prstGeom prst="roundRect">
            <a:avLst>
              <a:gd name="adj" fmla="val 11111"/>
            </a:avLst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389120"/>
            <a:ext cx="105457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when you are:  </a:t>
            </a:r>
            <a:pPr algn="ctr" indent="0" marL="0">
              <a:buNone/>
            </a:pPr>
            <a:r>
              <a:rPr lang="en-US" sz="1400" dirty="0">
                <a:solidFill>
                  <a:srgbClr val="01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payments.outsourcingangel.com/service-deposit-form-usd/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before then? Reach out any time.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Gail Galima-Mendoza   ·   Freedom Plan Specialist, Outsourcing Angel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6510528"/>
            <a:ext cx="11277295" cy="0"/>
          </a:xfrm>
          <a:prstGeom prst="line">
            <a:avLst/>
          </a:prstGeom>
          <a:noFill/>
          <a:ln w="9525">
            <a:solidFill>
              <a:srgbClr val="0F525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65392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 ANGEL  ·  PROPOSAL FOR SSK PLASTIC SURGERY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77295" y="65653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C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Angel Proposal - Dr. Sean Kelishadi, SSK Plastic Surgery</dc:title>
  <dc:subject>PptxGenJS Presentation</dc:subject>
  <dc:creator>PptxGenJS</dc:creator>
  <cp:lastModifiedBy>PptxGenJS</cp:lastModifiedBy>
  <cp:revision>1</cp:revision>
  <dcterms:created xsi:type="dcterms:W3CDTF">2026-10-16T00:37:34Z</dcterms:created>
  <dcterms:modified xsi:type="dcterms:W3CDTF">2026-10-16T00:37:34Z</dcterms:modified>
</cp:coreProperties>
</file>